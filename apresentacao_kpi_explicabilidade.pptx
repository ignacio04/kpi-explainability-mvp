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14400" y="2194560"/>
            <a:ext cx="18288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2377440"/>
            <a:ext cx="10058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KPI </a:t>
            </a:r>
            <a:r>
              <a:rPr b="1" lang="en-US" sz="4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Explicabilidade</a:t>
            </a:r>
            <a:r>
              <a:rPr b="1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MVP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Transparência no cálculo de indicadores a partir de questionários organizacionais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Tendências de Software  •  PPGC / UFRGS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31520" y="731520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Contexto: KPI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31520" y="1645920"/>
            <a:ext cx="10515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TCC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envolvendo indicadores gerados por questionários organizacionais (Gen_Connect).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KPIs são apresentados como valores numéricos finais, sem contexto.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usuário não consegue entender como o resultado foi obtido.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Necessidade: mostrar quais dados foram usados, como foram agregados e qual fórmula foi aplicada.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731520" y="731520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MVP: E</a:t>
            </a:r>
            <a:r>
              <a:rPr b="1" lang="en-US" sz="3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xplicabilidade</a:t>
            </a: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na Prática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Protótipo frontend independente do Gen_Connect para demonstrar transparência no cálculo de KPIs.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Tecnologias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+ TypeScript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 (build tool)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 puro (sem frameworks)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backend, banco de dados ou APIs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autenticação ou serviços externos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217920" y="2011680"/>
            <a:ext cx="5212080" cy="41148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Funcionalidades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492240" y="265176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 de configuração com entrada de dados pelo usuário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Seleção de KPI via dropdown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Cálculo automático com fórmula transparente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Distribuição visual das respostas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 dinâmica com faixas de cor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Navegação entre telas (configuração ↔ dashboard)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Fluxo da Aplicação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31520" y="1737360"/>
            <a:ext cx="3108960" cy="3931920"/>
          </a:xfrm>
          <a:prstGeom prst="roundRect">
            <a:avLst>
              <a:gd fmla="val 16667" name="adj"/>
            </a:avLst>
          </a:prstGeom>
          <a:solidFill>
            <a:srgbClr val="141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Configuração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5840" y="2834640"/>
            <a:ext cx="2560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Escolher KPI no dropdown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Digitar valores de resposta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Aceita vírgula ou espaço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Validação automática (1 a 5)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39319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572000" y="1737360"/>
            <a:ext cx="3108960" cy="3931920"/>
          </a:xfrm>
          <a:prstGeom prst="roundRect">
            <a:avLst>
              <a:gd fmla="val 16667" name="adj"/>
            </a:avLst>
          </a:prstGeom>
          <a:solidFill>
            <a:srgbClr val="141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846320" y="1828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84632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Cálculo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846320" y="2834640"/>
            <a:ext cx="2560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Média das respostas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KPI = (média / 5) × 100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Classificação por faixa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Geração da interpretação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77240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412480" y="1737360"/>
            <a:ext cx="3108960" cy="3931920"/>
          </a:xfrm>
          <a:prstGeom prst="roundRect">
            <a:avLst>
              <a:gd fmla="val 16667" name="adj"/>
            </a:avLst>
          </a:prstGeom>
          <a:solidFill>
            <a:srgbClr val="141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686800" y="1828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86800" y="2834640"/>
            <a:ext cx="2560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 do KPI com cor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Distribuição das respostas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Fórmula e valores usados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Explicação textual do resultado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Fórmula: KPI = (média das respostas / 5) × 100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 Automática por Faixas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resultado do KPI é classificado automaticamente e comunica o significado ao usuário: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31520" y="210312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2A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31520" y="2103120"/>
            <a:ext cx="3291840" cy="5080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 60%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Atenção Urgente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05840" y="3474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Indica problemas significativos na percepção dos respondentes. Exige ações corretivas imediatas.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389120" y="210312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2A24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389120" y="2103120"/>
            <a:ext cx="3291840" cy="50800"/>
          </a:xfrm>
          <a:prstGeom prst="rect">
            <a:avLst/>
          </a:prstGeom>
          <a:solidFill>
            <a:srgbClr val="D69E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60% – 80%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Precisa de Atenção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63440" y="3474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Há espaço relevante para melhorias. Merece acompanhamento e ações planejadas.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046720" y="210312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022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046720" y="2103120"/>
            <a:ext cx="3291840" cy="50800"/>
          </a:xfrm>
          <a:prstGeom prst="rect">
            <a:avLst/>
          </a:prstGeom>
          <a:solidFill>
            <a:srgbClr val="38A1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80%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321040" y="2926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Bom Desempenho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321040" y="3474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Percepção positiva. Nível saudável com acompanhamento contínuo recomendado.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cor do card do KPI no dashboard muda automaticamente conforme a faixa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Processo: Spec-Driven Development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Todo o desenvolvimento foi guiado por artefatos OpenSpec, documentando antes de codificar: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31520" y="2103120"/>
            <a:ext cx="2560320" cy="34747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proposal.md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Motivação e escopo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14400" y="32004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o porquê da mudança, o que muda e o impacto esperado.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566160" y="2103120"/>
            <a:ext cx="2560320" cy="34747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spec.md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749040" y="2743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Requisitos e cenários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3749040" y="32004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Comportamentos esperados com cenários WHEN/THEN testáveis.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400800" y="2103120"/>
            <a:ext cx="2560320" cy="34747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583680" y="2286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design.md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83680" y="2743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Decisões técnicas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83680" y="32004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implementar: arquitetura, trade-offs e riscos.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9235440" y="2103120"/>
            <a:ext cx="2560320" cy="34747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418320" y="2286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tasks.md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418320" y="2743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Checklist de tarefas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418320" y="32004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Tarefas verificáveis quebradas por componente.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31520" y="5760720"/>
            <a:ext cx="10515600" cy="822960"/>
          </a:xfrm>
          <a:prstGeom prst="roundRect">
            <a:avLst>
              <a:gd fmla="val 16667" name="adj"/>
            </a:avLst>
          </a:prstGeom>
          <a:solidFill>
            <a:srgbClr val="1A25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31520" y="5760720"/>
            <a:ext cx="50800" cy="82296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"A especificação ajudou a limitar o desenvolvimento ao problema definido para o MVP."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05840" y="6217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relato.md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Trechos dos Artefatos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31520" y="2011678"/>
            <a:ext cx="10515600" cy="1280100"/>
          </a:xfrm>
          <a:prstGeom prst="roundRect">
            <a:avLst>
              <a:gd fmla="val 16667" name="adj"/>
            </a:avLst>
          </a:prstGeom>
          <a:solidFill>
            <a:srgbClr val="1A25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31520" y="2011678"/>
            <a:ext cx="50700" cy="1280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005840" y="2148838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"A capability agora aceita valores fornecidos pelo usuário ao invés de dados estáticos, adiciona uma tela de setup para entrada de dados, e gera interpretação dinâmica baseada em faixas de threshold."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05840" y="292607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proposal.md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731520" y="3566157"/>
            <a:ext cx="10515600" cy="1280100"/>
          </a:xfrm>
          <a:prstGeom prst="roundRect">
            <a:avLst>
              <a:gd fmla="val 16667" name="adj"/>
            </a:avLst>
          </a:prstGeom>
          <a:solidFill>
            <a:srgbClr val="1A25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31520" y="3566157"/>
            <a:ext cx="50700" cy="1280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005840" y="3703318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"O KPI é classificado em três faixas, cada uma com cor e texto de interpretação: abaixo de 60% (vermelho), 60-80% (amarelo), acima de 80% (verde)."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05840" y="4480557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design.md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Dificuldades Encontradas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0058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Restringir o escopo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05840" y="2743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Separar completamente o MVP da infraestrutura complexa do Gen_Connect. Resistir à tentação de adicionar APIs reais, banco de dados ou autenticação.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389120" y="1645920"/>
            <a:ext cx="3291840" cy="41148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Representação visual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63440" y="2743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Traduzir uma fórmula matemática em uma interface rastreável e amigável. Comunicar significado através de cores e texto sem sobrecarregar o usuário.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8046720" y="1645920"/>
            <a:ext cx="3291840" cy="41148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83210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C6E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Disciplina Spec-Driven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321040" y="2743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Manter a prática de documentar primeiro e codificar apenas o que os artefatos especificam. Atualizar artefatos quando novas decisões são tomadas.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 e Próximos Passos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 Atuais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 única fórmula de cálculo (média / escala).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contempla diferentes tipos de KPI.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efêmeros (sem persistência entre sessões).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técnicas avançadas de explicabilidade (SHAP, LIME).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3E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Faixas de threshold fixas no código (60% / 80%).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Próximos Passos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492240" y="237744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Adicionar mais KPIs ao dropdown de seleção.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Avaliar diferentes formas de apresentar explicações.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Comparar estratégias de visualização.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Investigar como usuários interpretam as explicações.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Integrar conclusões no projeto de pesquisa (Gen_Connect).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/>
          <p:nvPr/>
        </p:nvSpPr>
        <p:spPr>
          <a:xfrm>
            <a:off x="4114800" y="2560320"/>
            <a:ext cx="3657600" cy="38100"/>
          </a:xfrm>
          <a:prstGeom prst="rect">
            <a:avLst/>
          </a:prstGeom>
          <a:solidFill>
            <a:srgbClr val="3C6E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Obrigado!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